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AC40D5-86DD-4A88-97B4-0A91A0329A65}" v="288" dt="2026-09-08T17:02:01.94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hay Kukreti" userId="b3869063cd85916c" providerId="LiveId" clId="{443BC57E-0D84-457C-B8DB-1DC6722BEBC0}"/>
    <pc:docChg chg="custSel modSld">
      <pc:chgData name="Abhay Kukreti" userId="b3869063cd85916c" providerId="LiveId" clId="{443BC57E-0D84-457C-B8DB-1DC6722BEBC0}" dt="2026-09-08T17:02:01.941" v="523" actId="767"/>
      <pc:docMkLst>
        <pc:docMk/>
      </pc:docMkLst>
      <pc:sldChg chg="modSp mod modAnim">
        <pc:chgData name="Abhay Kukreti" userId="b3869063cd85916c" providerId="LiveId" clId="{443BC57E-0D84-457C-B8DB-1DC6722BEBC0}" dt="2026-09-08T10:25:33.112" v="333" actId="20577"/>
        <pc:sldMkLst>
          <pc:docMk/>
          <pc:sldMk cId="1341901065" sldId="302"/>
        </pc:sldMkLst>
        <pc:spChg chg="mod">
          <ac:chgData name="Abhay Kukreti" userId="b3869063cd85916c" providerId="LiveId" clId="{443BC57E-0D84-457C-B8DB-1DC6722BEBC0}" dt="2026-09-08T10:25:33.112" v="333" actId="20577"/>
          <ac:spMkLst>
            <pc:docMk/>
            <pc:sldMk cId="1341901065" sldId="302"/>
            <ac:spMk id="7" creationId="{B21C28F5-3CA3-4B78-B5C9-550C00BB3174}"/>
          </ac:spMkLst>
        </pc:spChg>
      </pc:sldChg>
      <pc:sldChg chg="modSp mod">
        <pc:chgData name="Abhay Kukreti" userId="b3869063cd85916c" providerId="LiveId" clId="{443BC57E-0D84-457C-B8DB-1DC6722BEBC0}" dt="2026-09-08T10:55:22.353" v="423" actId="20577"/>
        <pc:sldMkLst>
          <pc:docMk/>
          <pc:sldMk cId="3401748718" sldId="304"/>
        </pc:sldMkLst>
        <pc:spChg chg="mod">
          <ac:chgData name="Abhay Kukreti" userId="b3869063cd85916c" providerId="LiveId" clId="{443BC57E-0D84-457C-B8DB-1DC6722BEBC0}" dt="2026-09-08T10:55:22.353" v="423" actId="20577"/>
          <ac:spMkLst>
            <pc:docMk/>
            <pc:sldMk cId="3401748718" sldId="304"/>
            <ac:spMk id="12" creationId="{BC277FD7-925B-4C3D-A364-118403201507}"/>
          </ac:spMkLst>
        </pc:spChg>
      </pc:sldChg>
      <pc:sldChg chg="addSp delSp modSp mod">
        <pc:chgData name="Abhay Kukreti" userId="b3869063cd85916c" providerId="LiveId" clId="{443BC57E-0D84-457C-B8DB-1DC6722BEBC0}" dt="2026-09-08T08:28:49.373" v="247" actId="255"/>
        <pc:sldMkLst>
          <pc:docMk/>
          <pc:sldMk cId="3696770303" sldId="315"/>
        </pc:sldMkLst>
        <pc:spChg chg="add del mod">
          <ac:chgData name="Abhay Kukreti" userId="b3869063cd85916c" providerId="LiveId" clId="{443BC57E-0D84-457C-B8DB-1DC6722BEBC0}" dt="2026-09-08T08:27:55.557" v="242" actId="478"/>
          <ac:spMkLst>
            <pc:docMk/>
            <pc:sldMk cId="3696770303" sldId="315"/>
            <ac:spMk id="2" creationId="{6340A38C-87FF-3317-45F5-0860D7754503}"/>
          </ac:spMkLst>
        </pc:spChg>
        <pc:spChg chg="mod">
          <ac:chgData name="Abhay Kukreti" userId="b3869063cd85916c" providerId="LiveId" clId="{443BC57E-0D84-457C-B8DB-1DC6722BEBC0}" dt="2026-09-08T08:28:49.373" v="247" actId="255"/>
          <ac:spMkLst>
            <pc:docMk/>
            <pc:sldMk cId="3696770303" sldId="315"/>
            <ac:spMk id="3" creationId="{EBF2FBC7-3552-4F01-BB27-8BEEE74F7277}"/>
          </ac:spMkLst>
        </pc:spChg>
      </pc:sldChg>
      <pc:sldChg chg="modSp mod modAnim">
        <pc:chgData name="Abhay Kukreti" userId="b3869063cd85916c" providerId="LiveId" clId="{443BC57E-0D84-457C-B8DB-1DC6722BEBC0}" dt="2026-09-08T08:23:38.346" v="193" actId="27636"/>
        <pc:sldMkLst>
          <pc:docMk/>
          <pc:sldMk cId="3098548442" sldId="327"/>
        </pc:sldMkLst>
        <pc:spChg chg="mod">
          <ac:chgData name="Abhay Kukreti" userId="b3869063cd85916c" providerId="LiveId" clId="{443BC57E-0D84-457C-B8DB-1DC6722BEBC0}" dt="2026-09-08T08:23:38.346" v="193" actId="27636"/>
          <ac:spMkLst>
            <pc:docMk/>
            <pc:sldMk cId="3098548442" sldId="327"/>
            <ac:spMk id="2" creationId="{E46E4DD1-270B-4C80-AFF0-EB26F132AF36}"/>
          </ac:spMkLst>
        </pc:spChg>
      </pc:sldChg>
      <pc:sldChg chg="modSp mod modAnim">
        <pc:chgData name="Abhay Kukreti" userId="b3869063cd85916c" providerId="LiveId" clId="{443BC57E-0D84-457C-B8DB-1DC6722BEBC0}" dt="2026-09-08T10:23:22.440" v="261" actId="14100"/>
        <pc:sldMkLst>
          <pc:docMk/>
          <pc:sldMk cId="48075006" sldId="329"/>
        </pc:sldMkLst>
        <pc:spChg chg="mod">
          <ac:chgData name="Abhay Kukreti" userId="b3869063cd85916c" providerId="LiveId" clId="{443BC57E-0D84-457C-B8DB-1DC6722BEBC0}" dt="2026-09-08T10:23:22.440" v="261" actId="14100"/>
          <ac:spMkLst>
            <pc:docMk/>
            <pc:sldMk cId="48075006" sldId="329"/>
            <ac:spMk id="2" creationId="{664E3B60-2780-459A-8583-F095D5E7463A}"/>
          </ac:spMkLst>
        </pc:spChg>
      </pc:sldChg>
      <pc:sldChg chg="addSp modSp mod modAnim">
        <pc:chgData name="Abhay Kukreti" userId="b3869063cd85916c" providerId="LiveId" clId="{443BC57E-0D84-457C-B8DB-1DC6722BEBC0}" dt="2026-09-08T17:02:01.941" v="523" actId="767"/>
        <pc:sldMkLst>
          <pc:docMk/>
          <pc:sldMk cId="1604013440" sldId="338"/>
        </pc:sldMkLst>
        <pc:spChg chg="mod">
          <ac:chgData name="Abhay Kukreti" userId="b3869063cd85916c" providerId="LiveId" clId="{443BC57E-0D84-457C-B8DB-1DC6722BEBC0}" dt="2026-09-08T10:58:19.585" v="435" actId="14100"/>
          <ac:spMkLst>
            <pc:docMk/>
            <pc:sldMk cId="1604013440" sldId="338"/>
            <ac:spMk id="2" creationId="{7201737A-B873-4D1D-8A41-5ABF5184BC8F}"/>
          </ac:spMkLst>
        </pc:spChg>
        <pc:spChg chg="mod">
          <ac:chgData name="Abhay Kukreti" userId="b3869063cd85916c" providerId="LiveId" clId="{443BC57E-0D84-457C-B8DB-1DC6722BEBC0}" dt="2026-09-08T10:56:07.328" v="425" actId="14100"/>
          <ac:spMkLst>
            <pc:docMk/>
            <pc:sldMk cId="1604013440" sldId="338"/>
            <ac:spMk id="3" creationId="{17F04107-8754-E47D-3375-529E689711FA}"/>
          </ac:spMkLst>
        </pc:spChg>
        <pc:spChg chg="mod">
          <ac:chgData name="Abhay Kukreti" userId="b3869063cd85916c" providerId="LiveId" clId="{443BC57E-0D84-457C-B8DB-1DC6722BEBC0}" dt="2026-09-08T10:58:09.806" v="432" actId="1076"/>
          <ac:spMkLst>
            <pc:docMk/>
            <pc:sldMk cId="1604013440" sldId="338"/>
            <ac:spMk id="4" creationId="{92056599-CDAA-4367-BEF8-31D6E32518C8}"/>
          </ac:spMkLst>
        </pc:spChg>
        <pc:spChg chg="add mod">
          <ac:chgData name="Abhay Kukreti" userId="b3869063cd85916c" providerId="LiveId" clId="{443BC57E-0D84-457C-B8DB-1DC6722BEBC0}" dt="2026-09-08T17:02:01.941" v="523" actId="767"/>
          <ac:spMkLst>
            <pc:docMk/>
            <pc:sldMk cId="1604013440" sldId="338"/>
            <ac:spMk id="5" creationId="{85B44E8E-0FED-CFF7-0555-AE638C736F11}"/>
          </ac:spMkLst>
        </pc:spChg>
      </pc:sldChg>
      <pc:sldChg chg="addSp delSp modSp mod">
        <pc:chgData name="Abhay Kukreti" userId="b3869063cd85916c" providerId="LiveId" clId="{443BC57E-0D84-457C-B8DB-1DC6722BEBC0}" dt="2026-09-08T10:28:06.930" v="349" actId="14100"/>
        <pc:sldMkLst>
          <pc:docMk/>
          <pc:sldMk cId="1086225493" sldId="339"/>
        </pc:sldMkLst>
        <pc:picChg chg="add del mod">
          <ac:chgData name="Abhay Kukreti" userId="b3869063cd85916c" providerId="LiveId" clId="{443BC57E-0D84-457C-B8DB-1DC6722BEBC0}" dt="2026-09-08T10:27:57.625" v="347" actId="21"/>
          <ac:picMkLst>
            <pc:docMk/>
            <pc:sldMk cId="1086225493" sldId="339"/>
            <ac:picMk id="3" creationId="{D8069FC7-DB7B-767F-BE31-3CBA007BE826}"/>
          </ac:picMkLst>
        </pc:picChg>
        <pc:picChg chg="add mod">
          <ac:chgData name="Abhay Kukreti" userId="b3869063cd85916c" providerId="LiveId" clId="{443BC57E-0D84-457C-B8DB-1DC6722BEBC0}" dt="2026-09-08T10:28:06.930" v="349" actId="14100"/>
          <ac:picMkLst>
            <pc:docMk/>
            <pc:sldMk cId="1086225493" sldId="339"/>
            <ac:picMk id="9" creationId="{1C380B7B-347B-10D7-F19D-532D842B4762}"/>
          </ac:picMkLst>
        </pc:picChg>
      </pc:sldChg>
      <pc:sldChg chg="addSp modSp mod">
        <pc:chgData name="Abhay Kukreti" userId="b3869063cd85916c" providerId="LiveId" clId="{443BC57E-0D84-457C-B8DB-1DC6722BEBC0}" dt="2026-09-08T10:37:00.713" v="413" actId="20577"/>
        <pc:sldMkLst>
          <pc:docMk/>
          <pc:sldMk cId="3849627828" sldId="340"/>
        </pc:sldMkLst>
        <pc:spChg chg="mod">
          <ac:chgData name="Abhay Kukreti" userId="b3869063cd85916c" providerId="LiveId" clId="{443BC57E-0D84-457C-B8DB-1DC6722BEBC0}" dt="2026-09-08T10:37:00.713" v="413" actId="20577"/>
          <ac:spMkLst>
            <pc:docMk/>
            <pc:sldMk cId="3849627828" sldId="340"/>
            <ac:spMk id="10" creationId="{3A64DB11-806F-1A4C-E0D5-D745D29CED50}"/>
          </ac:spMkLst>
        </pc:spChg>
        <pc:picChg chg="add mod modCrop">
          <ac:chgData name="Abhay Kukreti" userId="b3869063cd85916c" providerId="LiveId" clId="{443BC57E-0D84-457C-B8DB-1DC6722BEBC0}" dt="2026-09-08T10:29:01.523" v="356" actId="1076"/>
          <ac:picMkLst>
            <pc:docMk/>
            <pc:sldMk cId="3849627828" sldId="340"/>
            <ac:picMk id="3" creationId="{7546EC4B-436F-884D-BFD9-D6642C546601}"/>
          </ac:picMkLst>
        </pc:picChg>
        <pc:picChg chg="add mod modCrop">
          <ac:chgData name="Abhay Kukreti" userId="b3869063cd85916c" providerId="LiveId" clId="{443BC57E-0D84-457C-B8DB-1DC6722BEBC0}" dt="2026-09-08T10:29:44.310" v="362" actId="14100"/>
          <ac:picMkLst>
            <pc:docMk/>
            <pc:sldMk cId="3849627828" sldId="340"/>
            <ac:picMk id="9" creationId="{37705558-A188-DFD4-2E58-EE76CD0A172C}"/>
          </ac:picMkLst>
        </pc:picChg>
      </pc:sldChg>
      <pc:sldChg chg="addSp modSp mod">
        <pc:chgData name="Abhay Kukreti" userId="b3869063cd85916c" providerId="LiveId" clId="{443BC57E-0D84-457C-B8DB-1DC6722BEBC0}" dt="2026-09-08T10:26:51.040" v="338" actId="255"/>
        <pc:sldMkLst>
          <pc:docMk/>
          <pc:sldMk cId="776828144" sldId="341"/>
        </pc:sldMkLst>
        <pc:spChg chg="add mod">
          <ac:chgData name="Abhay Kukreti" userId="b3869063cd85916c" providerId="LiveId" clId="{443BC57E-0D84-457C-B8DB-1DC6722BEBC0}" dt="2026-09-08T10:26:51.040" v="338" actId="255"/>
          <ac:spMkLst>
            <pc:docMk/>
            <pc:sldMk cId="776828144" sldId="341"/>
            <ac:spMk id="2" creationId="{95835A20-FFC7-A4A3-52F8-C93F066FE046}"/>
          </ac:spMkLst>
        </pc:spChg>
        <pc:spChg chg="mod">
          <ac:chgData name="Abhay Kukreti" userId="b3869063cd85916c" providerId="LiveId" clId="{443BC57E-0D84-457C-B8DB-1DC6722BEBC0}" dt="2026-09-08T10:26:29.703" v="334" actId="14100"/>
          <ac:spMkLst>
            <pc:docMk/>
            <pc:sldMk cId="776828144" sldId="341"/>
            <ac:spMk id="7" creationId="{B7444DDE-63A3-9721-77CC-C93FED110DAF}"/>
          </ac:spMkLst>
        </pc:spChg>
      </pc:sldChg>
      <pc:sldChg chg="modSp mod">
        <pc:chgData name="Abhay Kukreti" userId="b3869063cd85916c" providerId="LiveId" clId="{443BC57E-0D84-457C-B8DB-1DC6722BEBC0}" dt="2026-09-08T16:45:19.998" v="522" actId="1076"/>
        <pc:sldMkLst>
          <pc:docMk/>
          <pc:sldMk cId="3863610428" sldId="342"/>
        </pc:sldMkLst>
        <pc:spChg chg="mod">
          <ac:chgData name="Abhay Kukreti" userId="b3869063cd85916c" providerId="LiveId" clId="{443BC57E-0D84-457C-B8DB-1DC6722BEBC0}" dt="2026-09-08T16:45:19.998" v="522" actId="1076"/>
          <ac:spMkLst>
            <pc:docMk/>
            <pc:sldMk cId="3863610428" sldId="342"/>
            <ac:spMk id="3" creationId="{5F0B37E4-66B1-8633-7266-68B321742757}"/>
          </ac:spMkLst>
        </pc:spChg>
      </pc:sldChg>
      <pc:sldChg chg="addSp modSp mod">
        <pc:chgData name="Abhay Kukreti" userId="b3869063cd85916c" providerId="LiveId" clId="{443BC57E-0D84-457C-B8DB-1DC6722BEBC0}" dt="2026-09-08T08:15:03.700" v="2" actId="14100"/>
        <pc:sldMkLst>
          <pc:docMk/>
          <pc:sldMk cId="3962802212" sldId="343"/>
        </pc:sldMkLst>
        <pc:picChg chg="add mod">
          <ac:chgData name="Abhay Kukreti" userId="b3869063cd85916c" providerId="LiveId" clId="{443BC57E-0D84-457C-B8DB-1DC6722BEBC0}" dt="2026-09-08T08:15:03.700" v="2" actId="14100"/>
          <ac:picMkLst>
            <pc:docMk/>
            <pc:sldMk cId="3962802212" sldId="343"/>
            <ac:picMk id="3" creationId="{67949D92-E437-6F7C-CB1C-8D053524FCEA}"/>
          </ac:picMkLst>
        </pc:picChg>
      </pc:sldChg>
      <pc:sldChg chg="addSp modSp mod">
        <pc:chgData name="Abhay Kukreti" userId="b3869063cd85916c" providerId="LiveId" clId="{443BC57E-0D84-457C-B8DB-1DC6722BEBC0}" dt="2026-09-08T10:36:35.908" v="404" actId="14100"/>
        <pc:sldMkLst>
          <pc:docMk/>
          <pc:sldMk cId="1698901770" sldId="344"/>
        </pc:sldMkLst>
        <pc:picChg chg="add mod modCrop">
          <ac:chgData name="Abhay Kukreti" userId="b3869063cd85916c" providerId="LiveId" clId="{443BC57E-0D84-457C-B8DB-1DC6722BEBC0}" dt="2026-09-08T10:30:53.715" v="366" actId="1076"/>
          <ac:picMkLst>
            <pc:docMk/>
            <pc:sldMk cId="1698901770" sldId="344"/>
            <ac:picMk id="3" creationId="{245FCC5D-7AB6-3817-AC2C-DEACD11A4B55}"/>
          </ac:picMkLst>
        </pc:picChg>
        <pc:picChg chg="add mod modCrop">
          <ac:chgData name="Abhay Kukreti" userId="b3869063cd85916c" providerId="LiveId" clId="{443BC57E-0D84-457C-B8DB-1DC6722BEBC0}" dt="2026-09-08T10:36:35.908" v="404" actId="14100"/>
          <ac:picMkLst>
            <pc:docMk/>
            <pc:sldMk cId="1698901770" sldId="344"/>
            <ac:picMk id="9" creationId="{BD6F0650-5DD4-FDED-203A-539BB44C6527}"/>
          </ac:picMkLst>
        </pc:picChg>
      </pc:sldChg>
      <pc:sldChg chg="addSp modSp mod">
        <pc:chgData name="Abhay Kukreti" userId="b3869063cd85916c" providerId="LiveId" clId="{443BC57E-0D84-457C-B8DB-1DC6722BEBC0}" dt="2026-09-08T10:32:37.028" v="374" actId="14100"/>
        <pc:sldMkLst>
          <pc:docMk/>
          <pc:sldMk cId="1903979828" sldId="345"/>
        </pc:sldMkLst>
        <pc:picChg chg="add mod modCrop">
          <ac:chgData name="Abhay Kukreti" userId="b3869063cd85916c" providerId="LiveId" clId="{443BC57E-0D84-457C-B8DB-1DC6722BEBC0}" dt="2026-09-08T10:31:29.037" v="369" actId="732"/>
          <ac:picMkLst>
            <pc:docMk/>
            <pc:sldMk cId="1903979828" sldId="345"/>
            <ac:picMk id="3" creationId="{AB4F7D66-6239-524E-3D64-92F313703D1D}"/>
          </ac:picMkLst>
        </pc:picChg>
        <pc:picChg chg="add mod modCrop">
          <ac:chgData name="Abhay Kukreti" userId="b3869063cd85916c" providerId="LiveId" clId="{443BC57E-0D84-457C-B8DB-1DC6722BEBC0}" dt="2026-09-08T10:32:37.028" v="374" actId="14100"/>
          <ac:picMkLst>
            <pc:docMk/>
            <pc:sldMk cId="1903979828" sldId="345"/>
            <ac:picMk id="9" creationId="{66C3030C-F2B2-AF00-1DCE-055CEE6026D4}"/>
          </ac:picMkLst>
        </pc:picChg>
      </pc:sldChg>
      <pc:sldChg chg="addSp modSp mod">
        <pc:chgData name="Abhay Kukreti" userId="b3869063cd85916c" providerId="LiveId" clId="{443BC57E-0D84-457C-B8DB-1DC6722BEBC0}" dt="2026-09-08T10:34:58.068" v="388" actId="14100"/>
        <pc:sldMkLst>
          <pc:docMk/>
          <pc:sldMk cId="1421522261" sldId="346"/>
        </pc:sldMkLst>
        <pc:picChg chg="add mod modCrop">
          <ac:chgData name="Abhay Kukreti" userId="b3869063cd85916c" providerId="LiveId" clId="{443BC57E-0D84-457C-B8DB-1DC6722BEBC0}" dt="2026-09-08T10:34:53.110" v="387" actId="1076"/>
          <ac:picMkLst>
            <pc:docMk/>
            <pc:sldMk cId="1421522261" sldId="346"/>
            <ac:picMk id="3" creationId="{531A7EAD-6F8D-C012-7FF8-29A12086ABA2}"/>
          </ac:picMkLst>
        </pc:picChg>
        <pc:picChg chg="add mod modCrop">
          <ac:chgData name="Abhay Kukreti" userId="b3869063cd85916c" providerId="LiveId" clId="{443BC57E-0D84-457C-B8DB-1DC6722BEBC0}" dt="2026-09-08T10:34:58.068" v="388" actId="14100"/>
          <ac:picMkLst>
            <pc:docMk/>
            <pc:sldMk cId="1421522261" sldId="346"/>
            <ac:picMk id="9" creationId="{B5836836-2ABF-82AC-ED5C-5E234794CC38}"/>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775219" y="3079102"/>
            <a:ext cx="5215034" cy="1366309"/>
          </a:xfrm>
        </p:spPr>
        <p:txBody>
          <a:bodyPr vert="horz" lIns="91440" tIns="45720" rIns="91440" bIns="45720" rtlCol="0" anchor="t">
            <a:normAutofit/>
          </a:bodyPr>
          <a:lstStyle/>
          <a:p>
            <a:pPr algn="r"/>
            <a:r>
              <a:rPr lang="en-US" sz="3000" b="0" dirty="0">
                <a:solidFill>
                  <a:schemeClr val="tx1"/>
                </a:solidFill>
                <a:latin typeface="Aptos" panose="020B0004020202020204" pitchFamily="34" charset="0"/>
              </a:rPr>
              <a:t>ABHAY</a:t>
            </a:r>
            <a:r>
              <a:rPr lang="en-US" b="0" dirty="0">
                <a:solidFill>
                  <a:schemeClr val="tx1"/>
                </a:solidFill>
              </a:rPr>
              <a:t>  </a:t>
            </a:r>
            <a:endParaRPr lang="en-IN" b="0" dirty="0">
              <a:solidFill>
                <a:schemeClr val="tx1"/>
              </a:solidFill>
            </a:endParaRPr>
          </a:p>
          <a:p>
            <a:pPr algn="r"/>
            <a:r>
              <a:rPr lang="en-IN" b="0" dirty="0"/>
              <a:t>Indira Gandhi National Open University (IGNOU)</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775219" y="1304665"/>
            <a:ext cx="6489879" cy="1547127"/>
          </a:xfrm>
        </p:spPr>
        <p:txBody>
          <a:bodyPr>
            <a:normAutofit/>
          </a:bodyPr>
          <a:lstStyle/>
          <a:p>
            <a:r>
              <a:rPr lang="en-GB" sz="3200" dirty="0"/>
              <a:t>Project Title – 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5" y="4576469"/>
            <a:ext cx="4967534" cy="646331"/>
          </a:xfrm>
          <a:prstGeom prst="rect">
            <a:avLst/>
          </a:prstGeom>
          <a:noFill/>
        </p:spPr>
        <p:txBody>
          <a:bodyPr wrap="square" rtlCol="0">
            <a:spAutoFit/>
          </a:bodyPr>
          <a:lstStyle/>
          <a:p>
            <a:r>
              <a:rPr lang="en-US" b="1" dirty="0"/>
              <a:t>AICTE STU ID : (</a:t>
            </a:r>
            <a:r>
              <a:rPr lang="en-IN" dirty="0"/>
              <a:t>STU6a0da24a763d81779278410</a:t>
            </a:r>
            <a:r>
              <a:rPr lang="en-US" b="1" dirty="0"/>
              <a:t>)</a:t>
            </a:r>
          </a:p>
        </p:txBody>
      </p:sp>
      <p:sp>
        <p:nvSpPr>
          <p:cNvPr id="5" name="TextBox 4">
            <a:extLst>
              <a:ext uri="{FF2B5EF4-FFF2-40B4-BE49-F238E27FC236}">
                <a16:creationId xmlns:a16="http://schemas.microsoft.com/office/drawing/2014/main" id="{85B44E8E-0FED-CFF7-0555-AE638C736F11}"/>
              </a:ext>
            </a:extLst>
          </p:cNvPr>
          <p:cNvSpPr txBox="1"/>
          <p:nvPr/>
        </p:nvSpPr>
        <p:spPr>
          <a:xfrm>
            <a:off x="7081935" y="1987420"/>
            <a:ext cx="184731" cy="369332"/>
          </a:xfrm>
          <a:prstGeom prst="rect">
            <a:avLst/>
          </a:prstGeom>
          <a:noFill/>
        </p:spPr>
        <p:txBody>
          <a:bodyPr wrap="none" rtlCol="0">
            <a:spAutoFit/>
          </a:bodyPr>
          <a:lstStyle/>
          <a:p>
            <a:endParaRPr lang="en-IN"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7477034" cy="3607987"/>
          </a:xfrm>
        </p:spPr>
        <p:txBody>
          <a:bodyPr vert="horz" lIns="91440" tIns="45720" rIns="91440" bIns="45720" rtlCol="0" anchor="t">
            <a:normAutofit fontScale="77500" lnSpcReduction="20000"/>
          </a:bodyPr>
          <a:lstStyle/>
          <a:p>
            <a:pPr>
              <a:lnSpc>
                <a:spcPct val="100000"/>
              </a:lnSpc>
            </a:pPr>
            <a:r>
              <a:rPr lang="en-IN"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dearly explain how agricultural performance changes across seasons or what </a:t>
            </a:r>
            <a:r>
              <a:rPr lang="en-IN" sz="2800" dirty="0" err="1"/>
              <a:t>pattems</a:t>
            </a:r>
            <a:r>
              <a:rPr lang="en-IN" sz="2800" dirty="0"/>
              <a:t> can be observed in different seasonal conditions. The problem is to </a:t>
            </a:r>
            <a:r>
              <a:rPr lang="en-IN" sz="2800" dirty="0" err="1"/>
              <a:t>analyze</a:t>
            </a:r>
            <a:r>
              <a:rPr lang="en-IN" sz="2800" dirty="0"/>
              <a:t> the given agricultural dataset and investigate seasonal differences in agricultural performance by identifying meaningful patterns, trends, relationships and variations within the available data</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r>
              <a:rPr lang="en-GB" dirty="0"/>
              <a:t>[</a:t>
            </a:r>
            <a:r>
              <a:rPr lang="en-US" sz="2700" dirty="0">
                <a:latin typeface="Aptos Narrow" panose="020B0004020202020204" pitchFamily="34" charset="0"/>
              </a:rPr>
              <a:t>The project analyzes 4,000 agricultural farm records across 3 seasons: Kharif, Rabi and Zaid.</a:t>
            </a:r>
            <a:br>
              <a:rPr lang="en-US" sz="2700" dirty="0">
                <a:latin typeface="Aptos Narrow" panose="020B0004020202020204" pitchFamily="34" charset="0"/>
              </a:rPr>
            </a:br>
            <a:r>
              <a:rPr lang="en-US" sz="2700" dirty="0">
                <a:latin typeface="Aptos Narrow" panose="020B0004020202020204" pitchFamily="34" charset="0"/>
              </a:rPr>
              <a:t>The dataset covers environmental conditions, soil nutrients, irrigation, fertilizer/pesticide use, crop production and financial performance.</a:t>
            </a:r>
            <a:br>
              <a:rPr lang="en-US" sz="2700" dirty="0">
                <a:latin typeface="Aptos Narrow" panose="020B0004020202020204" pitchFamily="34" charset="0"/>
              </a:rPr>
            </a:br>
            <a:r>
              <a:rPr lang="en-US" sz="2700" dirty="0">
                <a:latin typeface="Aptos Narrow" panose="020B0004020202020204" pitchFamily="34" charset="0"/>
              </a:rPr>
              <a:t>The workflow includes data cleaning, exploratory analysis, seasonal comparison, relationship analysis, statistical testing and visualization.</a:t>
            </a:r>
            <a:br>
              <a:rPr lang="en-US" sz="2700" dirty="0">
                <a:latin typeface="Aptos Narrow" panose="020B0004020202020204" pitchFamily="34" charset="0"/>
              </a:rPr>
            </a:br>
            <a:r>
              <a:rPr lang="en-US" sz="2700" dirty="0">
                <a:latin typeface="Aptos Narrow" panose="020B0004020202020204" pitchFamily="34" charset="0"/>
              </a:rPr>
              <a:t>The goal is to convert raw agricultural records into evidence-based insights for better seasonal planning</a:t>
            </a:r>
            <a:r>
              <a:rPr lang="en-US" sz="2200" dirty="0"/>
              <a:t>.</a:t>
            </a:r>
            <a:r>
              <a:rPr lang="en-GB" dirty="0"/>
              <a:t> ] </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679258"/>
            <a:ext cx="8569598" cy="4302125"/>
          </a:xfrm>
        </p:spPr>
        <p:txBody>
          <a:bodyPr>
            <a:normAutofit/>
          </a:bodyPr>
          <a:lstStyle/>
          <a:p>
            <a:pPr algn="just">
              <a:lnSpc>
                <a:spcPct val="150000"/>
              </a:lnSpc>
            </a:pPr>
            <a:r>
              <a:rPr lang="en-US" dirty="0">
                <a:latin typeface="Arial Narrow" panose="020B0606020202030204" pitchFamily="34" charset="0"/>
              </a:rPr>
              <a:t>Farmers and small-scale growers - understand seasonal yield, cost and profitability patterns.</a:t>
            </a:r>
          </a:p>
          <a:p>
            <a:pPr algn="just">
              <a:lnSpc>
                <a:spcPct val="150000"/>
              </a:lnSpc>
            </a:pPr>
            <a:r>
              <a:rPr lang="en-US" dirty="0">
                <a:latin typeface="Arial Narrow" panose="020B0606020202030204" pitchFamily="34" charset="0"/>
              </a:rPr>
              <a:t> Agricultural planners and extension teams compare seasonal conditions and resource requirements</a:t>
            </a:r>
          </a:p>
          <a:p>
            <a:pPr algn="just">
              <a:lnSpc>
                <a:spcPct val="150000"/>
              </a:lnSpc>
            </a:pPr>
            <a:r>
              <a:rPr lang="en-US" dirty="0">
                <a:latin typeface="Arial Narrow" panose="020B0606020202030204" pitchFamily="34" charset="0"/>
              </a:rPr>
              <a:t>.Agribusiness and market stakeholders - identify economically stronger crop-season combinations.</a:t>
            </a:r>
          </a:p>
          <a:p>
            <a:pPr algn="just">
              <a:lnSpc>
                <a:spcPct val="150000"/>
              </a:lnSpc>
            </a:pPr>
            <a:r>
              <a:rPr lang="en-US" dirty="0">
                <a:latin typeface="Arial Narrow" panose="020B0606020202030204" pitchFamily="34" charset="0"/>
              </a:rPr>
              <a:t>Researchers and data analysts - investigate relationships between environmental conditions and agricultural outcomes</a:t>
            </a:r>
            <a:endParaRPr lang="en-IN" dirty="0">
              <a:latin typeface="Arial Narrow" panose="020B0606020202030204" pitchFamily="34" charset="0"/>
            </a:endParaRP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4413069"/>
          </a:xfrm>
        </p:spPr>
        <p:txBody>
          <a:bodyPr/>
          <a:lstStyle/>
          <a:p>
            <a:pPr>
              <a:spcAft>
                <a:spcPts val="700"/>
              </a:spcAft>
              <a:defRPr sz="1800"/>
            </a:pPr>
            <a:r>
              <a:rPr lang="en-IN" dirty="0"/>
              <a:t>Python — core programming language for data analysis.</a:t>
            </a:r>
          </a:p>
          <a:p>
            <a:pPr>
              <a:spcAft>
                <a:spcPts val="700"/>
              </a:spcAft>
              <a:defRPr sz="1800"/>
            </a:pPr>
            <a:r>
              <a:rPr lang="en-IN" dirty="0"/>
              <a:t>Pandas &amp; NumPy — data cleaning, transformation and numerical analysis.</a:t>
            </a:r>
          </a:p>
          <a:p>
            <a:pPr>
              <a:spcAft>
                <a:spcPts val="700"/>
              </a:spcAft>
              <a:defRPr sz="1800"/>
            </a:pPr>
            <a:r>
              <a:rPr lang="en-IN" dirty="0"/>
              <a:t>Matplotlib &amp; Seaborn — charts, comparisons and correlation visualization.</a:t>
            </a:r>
          </a:p>
          <a:p>
            <a:pPr>
              <a:spcAft>
                <a:spcPts val="700"/>
              </a:spcAft>
              <a:defRPr sz="1800"/>
            </a:pPr>
            <a:r>
              <a:rPr lang="en-IN" dirty="0"/>
              <a:t>SciPy — statistical hypothesis testing.</a:t>
            </a:r>
          </a:p>
          <a:p>
            <a:pPr>
              <a:spcAft>
                <a:spcPts val="700"/>
              </a:spcAft>
              <a:defRPr sz="1800"/>
            </a:pPr>
            <a:r>
              <a:rPr lang="en-IN" dirty="0"/>
              <a:t>Google </a:t>
            </a:r>
            <a:r>
              <a:rPr lang="en-IN" dirty="0" err="1"/>
              <a:t>Colab</a:t>
            </a:r>
            <a:r>
              <a:rPr lang="en-IN" dirty="0"/>
              <a:t> / Jupyter Notebook — project execution and documentation.</a:t>
            </a:r>
          </a:p>
          <a:p>
            <a:pPr>
              <a:spcAft>
                <a:spcPts val="700"/>
              </a:spcAft>
              <a:defRPr sz="1800"/>
            </a:pPr>
            <a:r>
              <a:rPr lang="en-IN" dirty="0"/>
              <a:t>Dataset</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1C380B7B-347B-10D7-F19D-532D842B4762}"/>
              </a:ext>
            </a:extLst>
          </p:cNvPr>
          <p:cNvPicPr>
            <a:picLocks noChangeAspect="1"/>
          </p:cNvPicPr>
          <p:nvPr/>
        </p:nvPicPr>
        <p:blipFill>
          <a:blip r:embed="rId3"/>
          <a:stretch>
            <a:fillRect/>
          </a:stretch>
        </p:blipFill>
        <p:spPr>
          <a:xfrm>
            <a:off x="1492898" y="1201586"/>
            <a:ext cx="10132274" cy="5070681"/>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[screen shots of code ]</a:t>
            </a:r>
            <a:endParaRPr lang="en-IN" dirty="0"/>
          </a:p>
        </p:txBody>
      </p:sp>
      <p:pic>
        <p:nvPicPr>
          <p:cNvPr id="3" name="Picture 2">
            <a:extLst>
              <a:ext uri="{FF2B5EF4-FFF2-40B4-BE49-F238E27FC236}">
                <a16:creationId xmlns:a16="http://schemas.microsoft.com/office/drawing/2014/main" id="{7546EC4B-436F-884D-BFD9-D6642C546601}"/>
              </a:ext>
            </a:extLst>
          </p:cNvPr>
          <p:cNvPicPr>
            <a:picLocks noChangeAspect="1"/>
          </p:cNvPicPr>
          <p:nvPr/>
        </p:nvPicPr>
        <p:blipFill>
          <a:blip r:embed="rId3"/>
          <a:srcRect r="43080"/>
          <a:stretch>
            <a:fillRect/>
          </a:stretch>
        </p:blipFill>
        <p:spPr>
          <a:xfrm>
            <a:off x="125039" y="1791478"/>
            <a:ext cx="6830008" cy="4993930"/>
          </a:xfrm>
          <a:prstGeom prst="rect">
            <a:avLst/>
          </a:prstGeom>
        </p:spPr>
      </p:pic>
      <p:pic>
        <p:nvPicPr>
          <p:cNvPr id="9" name="Picture 8">
            <a:extLst>
              <a:ext uri="{FF2B5EF4-FFF2-40B4-BE49-F238E27FC236}">
                <a16:creationId xmlns:a16="http://schemas.microsoft.com/office/drawing/2014/main" id="{37705558-A188-DFD4-2E58-EE76CD0A172C}"/>
              </a:ext>
            </a:extLst>
          </p:cNvPr>
          <p:cNvPicPr>
            <a:picLocks noChangeAspect="1"/>
          </p:cNvPicPr>
          <p:nvPr/>
        </p:nvPicPr>
        <p:blipFill>
          <a:blip r:embed="rId4"/>
          <a:srcRect r="50000"/>
          <a:stretch>
            <a:fillRect/>
          </a:stretch>
        </p:blipFill>
        <p:spPr>
          <a:xfrm>
            <a:off x="6624735" y="1574508"/>
            <a:ext cx="5567265" cy="5090452"/>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245FCC5D-7AB6-3817-AC2C-DEACD11A4B55}"/>
              </a:ext>
            </a:extLst>
          </p:cNvPr>
          <p:cNvPicPr>
            <a:picLocks noChangeAspect="1"/>
          </p:cNvPicPr>
          <p:nvPr/>
        </p:nvPicPr>
        <p:blipFill>
          <a:blip r:embed="rId3"/>
          <a:srcRect r="1353"/>
          <a:stretch>
            <a:fillRect/>
          </a:stretch>
        </p:blipFill>
        <p:spPr>
          <a:xfrm>
            <a:off x="82420" y="1214494"/>
            <a:ext cx="12027159" cy="5450466"/>
          </a:xfrm>
          <a:prstGeom prst="rect">
            <a:avLst/>
          </a:prstGeom>
        </p:spPr>
      </p:pic>
      <p:pic>
        <p:nvPicPr>
          <p:cNvPr id="9" name="Picture 8">
            <a:extLst>
              <a:ext uri="{FF2B5EF4-FFF2-40B4-BE49-F238E27FC236}">
                <a16:creationId xmlns:a16="http://schemas.microsoft.com/office/drawing/2014/main" id="{BD6F0650-5DD4-FDED-203A-539BB44C6527}"/>
              </a:ext>
            </a:extLst>
          </p:cNvPr>
          <p:cNvPicPr>
            <a:picLocks noChangeAspect="1"/>
          </p:cNvPicPr>
          <p:nvPr/>
        </p:nvPicPr>
        <p:blipFill>
          <a:blip r:embed="rId4"/>
          <a:srcRect l="13835" t="17021" r="5867" b="5826"/>
          <a:stretch>
            <a:fillRect/>
          </a:stretch>
        </p:blipFill>
        <p:spPr>
          <a:xfrm>
            <a:off x="5763454" y="653143"/>
            <a:ext cx="5927034" cy="3991855"/>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AB4F7D66-6239-524E-3D64-92F313703D1D}"/>
              </a:ext>
            </a:extLst>
          </p:cNvPr>
          <p:cNvPicPr>
            <a:picLocks noChangeAspect="1"/>
          </p:cNvPicPr>
          <p:nvPr/>
        </p:nvPicPr>
        <p:blipFill>
          <a:blip r:embed="rId3"/>
          <a:srcRect r="46582"/>
          <a:stretch>
            <a:fillRect/>
          </a:stretch>
        </p:blipFill>
        <p:spPr>
          <a:xfrm>
            <a:off x="0" y="1239934"/>
            <a:ext cx="6512767" cy="5425026"/>
          </a:xfrm>
          <a:prstGeom prst="rect">
            <a:avLst/>
          </a:prstGeom>
        </p:spPr>
      </p:pic>
      <p:pic>
        <p:nvPicPr>
          <p:cNvPr id="9" name="Picture 8">
            <a:extLst>
              <a:ext uri="{FF2B5EF4-FFF2-40B4-BE49-F238E27FC236}">
                <a16:creationId xmlns:a16="http://schemas.microsoft.com/office/drawing/2014/main" id="{66C3030C-F2B2-AF00-1DCE-055CEE6026D4}"/>
              </a:ext>
            </a:extLst>
          </p:cNvPr>
          <p:cNvPicPr>
            <a:picLocks noChangeAspect="1"/>
          </p:cNvPicPr>
          <p:nvPr/>
        </p:nvPicPr>
        <p:blipFill>
          <a:blip r:embed="rId4"/>
          <a:srcRect l="1" r="55152"/>
          <a:stretch>
            <a:fillRect/>
          </a:stretch>
        </p:blipFill>
        <p:spPr>
          <a:xfrm>
            <a:off x="6634065" y="1239932"/>
            <a:ext cx="5467739" cy="5425027"/>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531A7EAD-6F8D-C012-7FF8-29A12086ABA2}"/>
              </a:ext>
            </a:extLst>
          </p:cNvPr>
          <p:cNvPicPr>
            <a:picLocks noChangeAspect="1"/>
          </p:cNvPicPr>
          <p:nvPr/>
        </p:nvPicPr>
        <p:blipFill>
          <a:blip r:embed="rId3"/>
          <a:srcRect r="55076"/>
          <a:stretch>
            <a:fillRect/>
          </a:stretch>
        </p:blipFill>
        <p:spPr>
          <a:xfrm>
            <a:off x="8448" y="1303990"/>
            <a:ext cx="5477069" cy="5437747"/>
          </a:xfrm>
          <a:prstGeom prst="rect">
            <a:avLst/>
          </a:prstGeom>
        </p:spPr>
      </p:pic>
      <p:pic>
        <p:nvPicPr>
          <p:cNvPr id="9" name="Picture 8">
            <a:extLst>
              <a:ext uri="{FF2B5EF4-FFF2-40B4-BE49-F238E27FC236}">
                <a16:creationId xmlns:a16="http://schemas.microsoft.com/office/drawing/2014/main" id="{B5836836-2ABF-82AC-ED5C-5E234794CC38}"/>
              </a:ext>
            </a:extLst>
          </p:cNvPr>
          <p:cNvPicPr>
            <a:picLocks noChangeAspect="1"/>
          </p:cNvPicPr>
          <p:nvPr/>
        </p:nvPicPr>
        <p:blipFill>
          <a:blip r:embed="rId4"/>
          <a:srcRect l="2453" r="43290"/>
          <a:stretch>
            <a:fillRect/>
          </a:stretch>
        </p:blipFill>
        <p:spPr>
          <a:xfrm>
            <a:off x="5568484" y="1332611"/>
            <a:ext cx="6615068" cy="5409126"/>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9835389" cy="4880500"/>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95835A20-FFC7-A4A3-52F8-C93F066FE046}"/>
              </a:ext>
            </a:extLst>
          </p:cNvPr>
          <p:cNvSpPr txBox="1"/>
          <p:nvPr/>
        </p:nvSpPr>
        <p:spPr>
          <a:xfrm>
            <a:off x="1077686" y="1681843"/>
            <a:ext cx="9192985" cy="2695610"/>
          </a:xfrm>
          <a:prstGeom prst="rect">
            <a:avLst/>
          </a:prstGeom>
          <a:noFill/>
        </p:spPr>
        <p:txBody>
          <a:bodyPr wrap="square" rtlCol="0">
            <a:spAutoFit/>
          </a:bodyPr>
          <a:lstStyle/>
          <a:p>
            <a:pPr>
              <a:spcAft>
                <a:spcPts val="700"/>
              </a:spcAft>
              <a:defRPr sz="1700"/>
            </a:pPr>
            <a:r>
              <a:rPr lang="en-US" sz="2000" dirty="0"/>
              <a:t>Build a seasonal prediction model for crop yield and profitability.</a:t>
            </a:r>
          </a:p>
          <a:p>
            <a:pPr>
              <a:spcAft>
                <a:spcPts val="700"/>
              </a:spcAft>
              <a:defRPr sz="1700"/>
            </a:pPr>
            <a:r>
              <a:rPr lang="en-US" sz="2000" dirty="0"/>
              <a:t>Add real-time weather and market-price data for dynamic recommendations.</a:t>
            </a:r>
          </a:p>
          <a:p>
            <a:pPr>
              <a:spcAft>
                <a:spcPts val="700"/>
              </a:spcAft>
              <a:defRPr sz="1700"/>
            </a:pPr>
            <a:r>
              <a:rPr lang="en-US" sz="2000" dirty="0"/>
              <a:t>Create crop-specific models instead of one overall yield benchmark.</a:t>
            </a:r>
          </a:p>
          <a:p>
            <a:pPr>
              <a:spcAft>
                <a:spcPts val="700"/>
              </a:spcAft>
              <a:defRPr sz="1700"/>
            </a:pPr>
            <a:r>
              <a:rPr lang="en-US" sz="2000" dirty="0"/>
              <a:t>Use geospatial analysis for state/district-level seasonal comparisons.</a:t>
            </a:r>
          </a:p>
          <a:p>
            <a:pPr>
              <a:spcAft>
                <a:spcPts val="700"/>
              </a:spcAft>
              <a:defRPr sz="1700"/>
            </a:pPr>
            <a:r>
              <a:rPr lang="en-US" sz="2000" dirty="0"/>
              <a:t>Evaluate irrigation methods with matched or experimental data to study causal effects.</a:t>
            </a:r>
          </a:p>
          <a:p>
            <a:pPr>
              <a:spcAft>
                <a:spcPts val="700"/>
              </a:spcAft>
              <a:defRPr sz="1700"/>
            </a:pPr>
            <a:r>
              <a:rPr lang="en-US" sz="2000" dirty="0"/>
              <a:t>Create an interactive dashboard for farmers and agricultural planners.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955566" y="2015234"/>
            <a:ext cx="8508050" cy="461665"/>
          </a:xfrm>
          <a:prstGeom prst="rect">
            <a:avLst/>
          </a:prstGeom>
          <a:noFill/>
        </p:spPr>
        <p:txBody>
          <a:bodyPr wrap="square">
            <a:spAutoFit/>
          </a:bodyPr>
          <a:lstStyle/>
          <a:p>
            <a:r>
              <a:rPr lang="en-US" sz="2400" dirty="0"/>
              <a:t>https://github.com/abhaykukreti125-stack/Data-analysis-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67949D92-E437-6F7C-CB1C-8D053524FCEA}"/>
              </a:ext>
            </a:extLst>
          </p:cNvPr>
          <p:cNvPicPr>
            <a:picLocks noChangeAspect="1"/>
          </p:cNvPicPr>
          <p:nvPr/>
        </p:nvPicPr>
        <p:blipFill>
          <a:blip r:embed="rId3"/>
          <a:stretch>
            <a:fillRect/>
          </a:stretch>
        </p:blipFill>
        <p:spPr>
          <a:xfrm>
            <a:off x="1912257" y="1390261"/>
            <a:ext cx="8367485" cy="5274699"/>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r>
              <a:rPr lang="en-IN" dirty="0"/>
              <a:t>By Abhay </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1867</TotalTime>
  <Words>437</Words>
  <Application>Microsoft Office PowerPoint</Application>
  <PresentationFormat>Widescreen</PresentationFormat>
  <Paragraphs>43</Paragraphs>
  <Slides>14</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Aptos</vt:lpstr>
      <vt:lpstr>Aptos Narrow</vt:lpstr>
      <vt:lpstr>Arial</vt:lpstr>
      <vt:lpstr>Arial Narrow</vt:lpstr>
      <vt:lpstr>Calibri</vt:lpstr>
      <vt:lpstr>Trebuchet MS</vt:lpstr>
      <vt:lpstr>Wingdings</vt:lpstr>
      <vt:lpstr>Wingdings 3</vt:lpstr>
      <vt:lpstr>Facet</vt:lpstr>
      <vt:lpstr>Project Title – Seasonal Agriculture Performance Analysis</vt:lpstr>
      <vt:lpstr>PROBLEM  STATEMENT</vt:lpstr>
      <vt:lpstr>Project Description [The project analyzes 4,000 agricultural farm records across 3 seasons: Kharif, Rabi and Zaid. The dataset covers environmental conditions, soil nutrients, irrigation, fertilizer/pesticide use, crop production and financial performance. The workflow includes data cleaning, exploratory analysis, seasonal comparison, relationship analysis, statistical testing and visualization. The goal is to convert raw agricultural records into evidence-based insights for better seasonal planning. ]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Abhay Kukreti</cp:lastModifiedBy>
  <cp:revision>98</cp:revision>
  <dcterms:created xsi:type="dcterms:W3CDTF">2021-07-11T13:13:15Z</dcterms:created>
  <dcterms:modified xsi:type="dcterms:W3CDTF">2026-09-08T17:02:08Z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